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7" d="100"/>
          <a:sy n="37" d="100"/>
        </p:scale>
        <p:origin x="19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174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247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345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777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200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218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47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12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466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078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540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594C0-40D2-4980-AD38-0542C310594E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CEE99-9549-4083-9C90-A7F992B162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5084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AA364FB6-4E0B-75A7-C833-B5AB87446079}"/>
              </a:ext>
            </a:extLst>
          </p:cNvPr>
          <p:cNvSpPr/>
          <p:nvPr/>
        </p:nvSpPr>
        <p:spPr>
          <a:xfrm>
            <a:off x="2593137" y="1225341"/>
            <a:ext cx="1674063" cy="8701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Abadi" panose="020F0502020204030204" pitchFamily="34" charset="0"/>
              </a:rPr>
              <a:t>Inicio</a:t>
            </a:r>
          </a:p>
        </p:txBody>
      </p:sp>
      <p:sp>
        <p:nvSpPr>
          <p:cNvPr id="5" name="Paralelogramo 4">
            <a:extLst>
              <a:ext uri="{FF2B5EF4-FFF2-40B4-BE49-F238E27FC236}">
                <a16:creationId xmlns:a16="http://schemas.microsoft.com/office/drawing/2014/main" id="{B5F34541-BD26-CD79-01F9-3AE34BD873CD}"/>
              </a:ext>
            </a:extLst>
          </p:cNvPr>
          <p:cNvSpPr/>
          <p:nvPr/>
        </p:nvSpPr>
        <p:spPr>
          <a:xfrm>
            <a:off x="2223044" y="2599508"/>
            <a:ext cx="2411912" cy="652055"/>
          </a:xfrm>
          <a:prstGeom prst="parallelogram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Edad= </a:t>
            </a:r>
            <a:r>
              <a:rPr lang="es-MX" dirty="0" err="1">
                <a:solidFill>
                  <a:schemeClr val="tx1"/>
                </a:solidFill>
              </a:rPr>
              <a:t>int</a:t>
            </a:r>
            <a:r>
              <a:rPr lang="es-MX" dirty="0">
                <a:solidFill>
                  <a:schemeClr val="tx1"/>
                </a:solidFill>
              </a:rPr>
              <a:t> (input)</a:t>
            </a:r>
          </a:p>
          <a:p>
            <a:pPr algn="ctr"/>
            <a:r>
              <a:rPr lang="es-MX" dirty="0">
                <a:solidFill>
                  <a:schemeClr val="tx1"/>
                </a:solidFill>
              </a:rPr>
              <a:t>(“poner edad”)</a:t>
            </a:r>
          </a:p>
        </p:txBody>
      </p:sp>
      <p:sp>
        <p:nvSpPr>
          <p:cNvPr id="6" name="Diagrama de flujo: decisión 5">
            <a:extLst>
              <a:ext uri="{FF2B5EF4-FFF2-40B4-BE49-F238E27FC236}">
                <a16:creationId xmlns:a16="http://schemas.microsoft.com/office/drawing/2014/main" id="{F393983A-A0D3-22B0-4A72-EDCDD331D3F8}"/>
              </a:ext>
            </a:extLst>
          </p:cNvPr>
          <p:cNvSpPr/>
          <p:nvPr/>
        </p:nvSpPr>
        <p:spPr>
          <a:xfrm>
            <a:off x="2567551" y="3662582"/>
            <a:ext cx="1722898" cy="1362529"/>
          </a:xfrm>
          <a:prstGeom prst="flowChartDecis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 err="1">
                <a:solidFill>
                  <a:schemeClr val="tx1"/>
                </a:solidFill>
              </a:rPr>
              <a:t>If</a:t>
            </a:r>
            <a:r>
              <a:rPr lang="es-MX" sz="1600" dirty="0">
                <a:solidFill>
                  <a:schemeClr val="tx1"/>
                </a:solidFill>
              </a:rPr>
              <a:t> usuario &gt;=16</a:t>
            </a:r>
            <a:endParaRPr lang="es-MX" sz="16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1CE3104-8DFE-DD2A-FFDE-8A2C31FB60B0}"/>
              </a:ext>
            </a:extLst>
          </p:cNvPr>
          <p:cNvSpPr/>
          <p:nvPr/>
        </p:nvSpPr>
        <p:spPr>
          <a:xfrm>
            <a:off x="296829" y="4576075"/>
            <a:ext cx="2149542" cy="123189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Mostrar un mensaje de ✓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DC154E9-E535-7E1E-BF39-196EF562D3FD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3429000" y="2095500"/>
            <a:ext cx="1169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37F7FA1-7D08-FBF3-5FB5-A6F03D83C785}"/>
              </a:ext>
            </a:extLst>
          </p:cNvPr>
          <p:cNvSpPr/>
          <p:nvPr/>
        </p:nvSpPr>
        <p:spPr>
          <a:xfrm>
            <a:off x="4411629" y="4576075"/>
            <a:ext cx="2149542" cy="123189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Mostrar un mensaje de X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9F83603-111E-F172-102F-1EBA70F50D3E}"/>
              </a:ext>
            </a:extLst>
          </p:cNvPr>
          <p:cNvSpPr/>
          <p:nvPr/>
        </p:nvSpPr>
        <p:spPr>
          <a:xfrm>
            <a:off x="2616386" y="5807974"/>
            <a:ext cx="1674063" cy="8701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Abadi" panose="020F0502020204030204" pitchFamily="34" charset="0"/>
              </a:rPr>
              <a:t>Fin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1B5355D-2AE2-E766-85E9-440DF6D4E64D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3429000" y="3251563"/>
            <a:ext cx="0" cy="363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341B43B-29F0-EB74-13BB-6082D05618CC}"/>
              </a:ext>
            </a:extLst>
          </p:cNvPr>
          <p:cNvCxnSpPr>
            <a:stCxn id="6" idx="3"/>
          </p:cNvCxnSpPr>
          <p:nvPr/>
        </p:nvCxnSpPr>
        <p:spPr>
          <a:xfrm flipV="1">
            <a:off x="4290449" y="4343846"/>
            <a:ext cx="119595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334FD5C-CA5B-E121-193B-BFAA3B10CF70}"/>
              </a:ext>
            </a:extLst>
          </p:cNvPr>
          <p:cNvCxnSpPr>
            <a:endCxn id="14" idx="0"/>
          </p:cNvCxnSpPr>
          <p:nvPr/>
        </p:nvCxnSpPr>
        <p:spPr>
          <a:xfrm>
            <a:off x="5486400" y="4343846"/>
            <a:ext cx="0" cy="232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FC33CDE-4B3A-E905-6484-CCB1FCDDB5B6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1371600" y="4343846"/>
            <a:ext cx="119595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FC0C1318-DEC2-A455-F650-B31F32736E7E}"/>
              </a:ext>
            </a:extLst>
          </p:cNvPr>
          <p:cNvCxnSpPr>
            <a:endCxn id="7" idx="0"/>
          </p:cNvCxnSpPr>
          <p:nvPr/>
        </p:nvCxnSpPr>
        <p:spPr>
          <a:xfrm>
            <a:off x="1371600" y="4343846"/>
            <a:ext cx="0" cy="232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9566AA9-9BAE-1E07-12F5-F0F5F645FAF6}"/>
              </a:ext>
            </a:extLst>
          </p:cNvPr>
          <p:cNvCxnSpPr>
            <a:stCxn id="7" idx="2"/>
          </p:cNvCxnSpPr>
          <p:nvPr/>
        </p:nvCxnSpPr>
        <p:spPr>
          <a:xfrm>
            <a:off x="1371600" y="5807974"/>
            <a:ext cx="0" cy="4350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CD79DC8-3708-5D57-7E4C-1D11E4EBF287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371600" y="6243053"/>
            <a:ext cx="1244786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94E381F-0D64-9A3A-5E26-E7EEA8E6C0DE}"/>
              </a:ext>
            </a:extLst>
          </p:cNvPr>
          <p:cNvCxnSpPr>
            <a:stCxn id="16" idx="6"/>
          </p:cNvCxnSpPr>
          <p:nvPr/>
        </p:nvCxnSpPr>
        <p:spPr>
          <a:xfrm flipV="1">
            <a:off x="4290449" y="6243053"/>
            <a:ext cx="119595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C8A66DC-BE48-A90E-E5F8-A5A08F99D033}"/>
              </a:ext>
            </a:extLst>
          </p:cNvPr>
          <p:cNvCxnSpPr>
            <a:stCxn id="14" idx="2"/>
          </p:cNvCxnSpPr>
          <p:nvPr/>
        </p:nvCxnSpPr>
        <p:spPr>
          <a:xfrm>
            <a:off x="5486400" y="5807974"/>
            <a:ext cx="0" cy="4350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D9080F9-19A1-3D69-C1FE-118468DB3CBB}"/>
              </a:ext>
            </a:extLst>
          </p:cNvPr>
          <p:cNvSpPr txBox="1"/>
          <p:nvPr/>
        </p:nvSpPr>
        <p:spPr>
          <a:xfrm>
            <a:off x="1818304" y="398920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si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8674A6B-18C3-E808-C6C8-8F0CF1565B0A}"/>
              </a:ext>
            </a:extLst>
          </p:cNvPr>
          <p:cNvSpPr txBox="1"/>
          <p:nvPr/>
        </p:nvSpPr>
        <p:spPr>
          <a:xfrm>
            <a:off x="4730045" y="39745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no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9B43BB7-965F-8E6B-FFA6-8C678A741585}"/>
              </a:ext>
            </a:extLst>
          </p:cNvPr>
          <p:cNvSpPr txBox="1"/>
          <p:nvPr/>
        </p:nvSpPr>
        <p:spPr>
          <a:xfrm>
            <a:off x="4674703" y="4275295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else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58693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77685D93-D008-7511-1296-93D294F699A2}"/>
              </a:ext>
            </a:extLst>
          </p:cNvPr>
          <p:cNvSpPr/>
          <p:nvPr/>
        </p:nvSpPr>
        <p:spPr>
          <a:xfrm>
            <a:off x="1457325" y="2181222"/>
            <a:ext cx="1905000" cy="10287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Inicio</a:t>
            </a: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81662C74-0E27-DE57-65A5-2E17ECE17E64}"/>
              </a:ext>
            </a:extLst>
          </p:cNvPr>
          <p:cNvSpPr/>
          <p:nvPr/>
        </p:nvSpPr>
        <p:spPr>
          <a:xfrm>
            <a:off x="714990" y="3686173"/>
            <a:ext cx="3714750" cy="1028700"/>
          </a:xfrm>
          <a:prstGeom prst="parallelogram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Calif</a:t>
            </a:r>
            <a:r>
              <a:rPr lang="es-MX" dirty="0">
                <a:solidFill>
                  <a:schemeClr val="tx1"/>
                </a:solidFill>
              </a:rPr>
              <a:t>= </a:t>
            </a:r>
            <a:r>
              <a:rPr lang="es-MX" dirty="0" err="1">
                <a:solidFill>
                  <a:schemeClr val="tx1"/>
                </a:solidFill>
              </a:rPr>
              <a:t>int</a:t>
            </a:r>
            <a:r>
              <a:rPr lang="es-MX" dirty="0">
                <a:solidFill>
                  <a:schemeClr val="tx1"/>
                </a:solidFill>
              </a:rPr>
              <a:t>(input(“Ingresa tu calificación (</a:t>
            </a:r>
            <a:r>
              <a:rPr lang="es-MX" dirty="0" err="1">
                <a:solidFill>
                  <a:schemeClr val="tx1"/>
                </a:solidFill>
              </a:rPr>
              <a:t>núm</a:t>
            </a:r>
            <a:r>
              <a:rPr lang="es-MX" dirty="0">
                <a:solidFill>
                  <a:schemeClr val="tx1"/>
                </a:solidFill>
              </a:rPr>
              <a:t> 0 – 100”))</a:t>
            </a:r>
          </a:p>
        </p:txBody>
      </p:sp>
      <p:sp>
        <p:nvSpPr>
          <p:cNvPr id="5" name="Diagrama de flujo: decisión 4">
            <a:extLst>
              <a:ext uri="{FF2B5EF4-FFF2-40B4-BE49-F238E27FC236}">
                <a16:creationId xmlns:a16="http://schemas.microsoft.com/office/drawing/2014/main" id="{D52E97AD-5DAC-144F-E280-E77DFDAE75AE}"/>
              </a:ext>
            </a:extLst>
          </p:cNvPr>
          <p:cNvSpPr/>
          <p:nvPr/>
        </p:nvSpPr>
        <p:spPr>
          <a:xfrm>
            <a:off x="1247775" y="5172074"/>
            <a:ext cx="2457450" cy="1390650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Calif</a:t>
            </a:r>
            <a:r>
              <a:rPr lang="es-MX" dirty="0">
                <a:solidFill>
                  <a:schemeClr val="tx1"/>
                </a:solidFill>
              </a:rPr>
              <a:t> &gt;=90?</a:t>
            </a:r>
          </a:p>
        </p:txBody>
      </p:sp>
      <p:sp>
        <p:nvSpPr>
          <p:cNvPr id="6" name="Diagrama de flujo: decisión 5">
            <a:extLst>
              <a:ext uri="{FF2B5EF4-FFF2-40B4-BE49-F238E27FC236}">
                <a16:creationId xmlns:a16="http://schemas.microsoft.com/office/drawing/2014/main" id="{8D73F507-A643-CCE7-BAD4-B0DD6B5DDC5B}"/>
              </a:ext>
            </a:extLst>
          </p:cNvPr>
          <p:cNvSpPr/>
          <p:nvPr/>
        </p:nvSpPr>
        <p:spPr>
          <a:xfrm>
            <a:off x="1247775" y="6905626"/>
            <a:ext cx="2457450" cy="1390650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¿</a:t>
            </a:r>
            <a:r>
              <a:rPr lang="es-MX" dirty="0" err="1">
                <a:solidFill>
                  <a:schemeClr val="tx1"/>
                </a:solidFill>
              </a:rPr>
              <a:t>Calif</a:t>
            </a:r>
            <a:r>
              <a:rPr lang="es-MX" dirty="0">
                <a:solidFill>
                  <a:schemeClr val="tx1"/>
                </a:solidFill>
              </a:rPr>
              <a:t>&gt;=70</a:t>
            </a:r>
          </a:p>
        </p:txBody>
      </p:sp>
      <p:sp>
        <p:nvSpPr>
          <p:cNvPr id="7" name="Diagrama de flujo: decisión 6">
            <a:extLst>
              <a:ext uri="{FF2B5EF4-FFF2-40B4-BE49-F238E27FC236}">
                <a16:creationId xmlns:a16="http://schemas.microsoft.com/office/drawing/2014/main" id="{8777FE66-768A-A598-2D89-39A0E991B689}"/>
              </a:ext>
            </a:extLst>
          </p:cNvPr>
          <p:cNvSpPr/>
          <p:nvPr/>
        </p:nvSpPr>
        <p:spPr>
          <a:xfrm>
            <a:off x="1171575" y="8639178"/>
            <a:ext cx="2609850" cy="1390650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¿</a:t>
            </a:r>
            <a:r>
              <a:rPr lang="es-MX" dirty="0" err="1">
                <a:solidFill>
                  <a:schemeClr val="tx1"/>
                </a:solidFill>
              </a:rPr>
              <a:t>Calif</a:t>
            </a:r>
            <a:r>
              <a:rPr lang="es-MX" dirty="0">
                <a:solidFill>
                  <a:schemeClr val="tx1"/>
                </a:solidFill>
              </a:rPr>
              <a:t> &lt; 70?</a:t>
            </a:r>
          </a:p>
        </p:txBody>
      </p:sp>
      <p:sp>
        <p:nvSpPr>
          <p:cNvPr id="8" name="Paralelogramo 7">
            <a:extLst>
              <a:ext uri="{FF2B5EF4-FFF2-40B4-BE49-F238E27FC236}">
                <a16:creationId xmlns:a16="http://schemas.microsoft.com/office/drawing/2014/main" id="{198433CD-93DF-DCF8-6DC0-D7EC0E9FD306}"/>
              </a:ext>
            </a:extLst>
          </p:cNvPr>
          <p:cNvSpPr/>
          <p:nvPr/>
        </p:nvSpPr>
        <p:spPr>
          <a:xfrm>
            <a:off x="4238009" y="5476873"/>
            <a:ext cx="2238375" cy="819150"/>
          </a:xfrm>
          <a:prstGeom prst="parallelogram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“Excelente”</a:t>
            </a:r>
          </a:p>
        </p:txBody>
      </p:sp>
      <p:sp>
        <p:nvSpPr>
          <p:cNvPr id="10" name="Paralelogramo 9">
            <a:extLst>
              <a:ext uri="{FF2B5EF4-FFF2-40B4-BE49-F238E27FC236}">
                <a16:creationId xmlns:a16="http://schemas.microsoft.com/office/drawing/2014/main" id="{0A4F0DB5-01CF-52EE-849D-69D5B2FF9FDC}"/>
              </a:ext>
            </a:extLst>
          </p:cNvPr>
          <p:cNvSpPr/>
          <p:nvPr/>
        </p:nvSpPr>
        <p:spPr>
          <a:xfrm>
            <a:off x="4238007" y="8924928"/>
            <a:ext cx="2238375" cy="819150"/>
          </a:xfrm>
          <a:prstGeom prst="parallelogram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“Reprobado”</a:t>
            </a:r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C29A3F28-17A3-64E2-4A05-710456A495C4}"/>
              </a:ext>
            </a:extLst>
          </p:cNvPr>
          <p:cNvSpPr/>
          <p:nvPr/>
        </p:nvSpPr>
        <p:spPr>
          <a:xfrm>
            <a:off x="4238008" y="7191376"/>
            <a:ext cx="2238375" cy="819150"/>
          </a:xfrm>
          <a:prstGeom prst="parallelogram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“Aprobado”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4FDEA67-0C76-55D6-B657-F0F3E911BB2D}"/>
              </a:ext>
            </a:extLst>
          </p:cNvPr>
          <p:cNvSpPr/>
          <p:nvPr/>
        </p:nvSpPr>
        <p:spPr>
          <a:xfrm>
            <a:off x="1514475" y="10734678"/>
            <a:ext cx="1905000" cy="10287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Fin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ADEED31-4A7C-D35E-A7A1-5ED840133EC9}"/>
              </a:ext>
            </a:extLst>
          </p:cNvPr>
          <p:cNvCxnSpPr>
            <a:endCxn id="5" idx="0"/>
          </p:cNvCxnSpPr>
          <p:nvPr/>
        </p:nvCxnSpPr>
        <p:spPr>
          <a:xfrm>
            <a:off x="2466975" y="4714873"/>
            <a:ext cx="9525" cy="457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68C9F24-2881-BB34-279F-35D42D567E54}"/>
              </a:ext>
            </a:extLst>
          </p:cNvPr>
          <p:cNvCxnSpPr>
            <a:stCxn id="3" idx="4"/>
          </p:cNvCxnSpPr>
          <p:nvPr/>
        </p:nvCxnSpPr>
        <p:spPr>
          <a:xfrm>
            <a:off x="2409825" y="3209922"/>
            <a:ext cx="0" cy="4762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893B5ED0-6014-0633-F9F3-CE33FD99939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476500" y="6562724"/>
            <a:ext cx="0" cy="3429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010578D-3E02-9CB5-BB8E-DBFC25BA2AB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476500" y="8296276"/>
            <a:ext cx="0" cy="3429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8DE45460-1EA0-C956-9D0E-44468EC0FB20}"/>
              </a:ext>
            </a:extLst>
          </p:cNvPr>
          <p:cNvCxnSpPr>
            <a:stCxn id="5" idx="1"/>
          </p:cNvCxnSpPr>
          <p:nvPr/>
        </p:nvCxnSpPr>
        <p:spPr>
          <a:xfrm flipH="1">
            <a:off x="714990" y="5867399"/>
            <a:ext cx="5327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1B5D51B0-DF06-F57D-0A47-A0002B6B4327}"/>
              </a:ext>
            </a:extLst>
          </p:cNvPr>
          <p:cNvCxnSpPr>
            <a:stCxn id="6" idx="1"/>
          </p:cNvCxnSpPr>
          <p:nvPr/>
        </p:nvCxnSpPr>
        <p:spPr>
          <a:xfrm flipH="1">
            <a:off x="714990" y="7600951"/>
            <a:ext cx="5327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8849A33-98DE-11BB-3A40-4FBCC52F8408}"/>
              </a:ext>
            </a:extLst>
          </p:cNvPr>
          <p:cNvCxnSpPr>
            <a:stCxn id="7" idx="1"/>
          </p:cNvCxnSpPr>
          <p:nvPr/>
        </p:nvCxnSpPr>
        <p:spPr>
          <a:xfrm flipH="1">
            <a:off x="714990" y="9334503"/>
            <a:ext cx="4565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2C821CE8-B6D7-D4CE-650F-EA93D7449576}"/>
              </a:ext>
            </a:extLst>
          </p:cNvPr>
          <p:cNvCxnSpPr>
            <a:cxnSpLocks/>
          </p:cNvCxnSpPr>
          <p:nvPr/>
        </p:nvCxnSpPr>
        <p:spPr>
          <a:xfrm>
            <a:off x="714990" y="5867399"/>
            <a:ext cx="0" cy="346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23689B78-44BE-83BF-7B44-9C7A6C72CF21}"/>
              </a:ext>
            </a:extLst>
          </p:cNvPr>
          <p:cNvCxnSpPr>
            <a:stCxn id="5" idx="3"/>
            <a:endCxn id="8" idx="5"/>
          </p:cNvCxnSpPr>
          <p:nvPr/>
        </p:nvCxnSpPr>
        <p:spPr>
          <a:xfrm>
            <a:off x="3705225" y="5867399"/>
            <a:ext cx="635178" cy="1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2B5630B4-9A97-2EC6-4F71-ACFD0B0A1C98}"/>
              </a:ext>
            </a:extLst>
          </p:cNvPr>
          <p:cNvCxnSpPr>
            <a:stCxn id="6" idx="3"/>
            <a:endCxn id="11" idx="5"/>
          </p:cNvCxnSpPr>
          <p:nvPr/>
        </p:nvCxnSpPr>
        <p:spPr>
          <a:xfrm>
            <a:off x="3705225" y="7600951"/>
            <a:ext cx="6351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9030EEB7-B09B-A44E-AA24-9A55B39F27D0}"/>
              </a:ext>
            </a:extLst>
          </p:cNvPr>
          <p:cNvCxnSpPr>
            <a:stCxn id="7" idx="3"/>
            <a:endCxn id="10" idx="5"/>
          </p:cNvCxnSpPr>
          <p:nvPr/>
        </p:nvCxnSpPr>
        <p:spPr>
          <a:xfrm>
            <a:off x="3781425" y="9334503"/>
            <a:ext cx="5589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C9A59ACD-DE53-4438-4237-06AF3F82BBAD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flipH="1">
            <a:off x="5357196" y="6296023"/>
            <a:ext cx="1" cy="8953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534670B1-4DEC-38FF-6E5B-8D04CAB1746E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flipH="1">
            <a:off x="5357195" y="8010526"/>
            <a:ext cx="1" cy="914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818EB53F-B35B-7C4B-AEE0-A0EFA355EA2A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5357195" y="9744078"/>
            <a:ext cx="0" cy="7334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DD75F67F-DDCC-B837-89CA-3CE94913B3B4}"/>
              </a:ext>
            </a:extLst>
          </p:cNvPr>
          <p:cNvCxnSpPr>
            <a:stCxn id="7" idx="2"/>
          </p:cNvCxnSpPr>
          <p:nvPr/>
        </p:nvCxnSpPr>
        <p:spPr>
          <a:xfrm>
            <a:off x="2476500" y="10029828"/>
            <a:ext cx="0" cy="447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DE399635-ED87-CA17-B13F-4D482D7B38AF}"/>
              </a:ext>
            </a:extLst>
          </p:cNvPr>
          <p:cNvCxnSpPr/>
          <p:nvPr/>
        </p:nvCxnSpPr>
        <p:spPr>
          <a:xfrm>
            <a:off x="2476500" y="10407650"/>
            <a:ext cx="0" cy="3270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DA761CF0-380B-DEFD-8F44-38633CD54116}"/>
              </a:ext>
            </a:extLst>
          </p:cNvPr>
          <p:cNvCxnSpPr/>
          <p:nvPr/>
        </p:nvCxnSpPr>
        <p:spPr>
          <a:xfrm>
            <a:off x="2476500" y="10477500"/>
            <a:ext cx="28806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BFDFB802-A907-BCE5-386B-32DC955A9565}"/>
              </a:ext>
            </a:extLst>
          </p:cNvPr>
          <p:cNvSpPr txBox="1"/>
          <p:nvPr/>
        </p:nvSpPr>
        <p:spPr>
          <a:xfrm rot="16200000">
            <a:off x="374646" y="6786914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No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259CBAB-BDE2-CB37-C990-38767FE8550A}"/>
              </a:ext>
            </a:extLst>
          </p:cNvPr>
          <p:cNvSpPr txBox="1"/>
          <p:nvPr/>
        </p:nvSpPr>
        <p:spPr>
          <a:xfrm>
            <a:off x="3916847" y="5583792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Sí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85668C0E-B3AD-48AB-D9B9-93E4C3188A39}"/>
              </a:ext>
            </a:extLst>
          </p:cNvPr>
          <p:cNvSpPr txBox="1"/>
          <p:nvPr/>
        </p:nvSpPr>
        <p:spPr>
          <a:xfrm>
            <a:off x="3903400" y="7317345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Sí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77756251-B687-491B-B7D6-DA99850BC435}"/>
              </a:ext>
            </a:extLst>
          </p:cNvPr>
          <p:cNvSpPr txBox="1"/>
          <p:nvPr/>
        </p:nvSpPr>
        <p:spPr>
          <a:xfrm>
            <a:off x="3916847" y="9060422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Sí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53AE7C79-2044-E97A-6357-06DBA483D2C8}"/>
              </a:ext>
            </a:extLst>
          </p:cNvPr>
          <p:cNvSpPr txBox="1"/>
          <p:nvPr/>
        </p:nvSpPr>
        <p:spPr>
          <a:xfrm>
            <a:off x="1803515" y="6749534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No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F9FFBB2E-8AE3-3A80-F0EC-54F90CF7FAE1}"/>
              </a:ext>
            </a:extLst>
          </p:cNvPr>
          <p:cNvSpPr txBox="1"/>
          <p:nvPr/>
        </p:nvSpPr>
        <p:spPr>
          <a:xfrm>
            <a:off x="1815951" y="843863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No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0D4C799-58E6-FDD6-9B61-5F59A359C113}"/>
              </a:ext>
            </a:extLst>
          </p:cNvPr>
          <p:cNvSpPr txBox="1"/>
          <p:nvPr/>
        </p:nvSpPr>
        <p:spPr>
          <a:xfrm>
            <a:off x="1782513" y="986103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89576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Diagrama&#10;&#10;El contenido generado por IA puede ser incorrecto.">
            <a:extLst>
              <a:ext uri="{FF2B5EF4-FFF2-40B4-BE49-F238E27FC236}">
                <a16:creationId xmlns:a16="http://schemas.microsoft.com/office/drawing/2014/main" id="{512D95B0-820C-AF47-7BE7-772CBEA1B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40" y="1175657"/>
            <a:ext cx="6528960" cy="781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11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764</TotalTime>
  <Words>75</Words>
  <Application>Microsoft Office PowerPoint</Application>
  <PresentationFormat>Panorámica</PresentationFormat>
  <Paragraphs>26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Abadi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ALLISON MICHELLE MENDOZA MIRELES</dc:creator>
  <cp:lastModifiedBy>ALLISON MICHELLE MENDOZA MIRELES</cp:lastModifiedBy>
  <cp:revision>3</cp:revision>
  <dcterms:created xsi:type="dcterms:W3CDTF">2025-10-29T14:10:04Z</dcterms:created>
  <dcterms:modified xsi:type="dcterms:W3CDTF">2025-10-30T15:53:26Z</dcterms:modified>
</cp:coreProperties>
</file>